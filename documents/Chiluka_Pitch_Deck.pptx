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CHILUKA – AstroWellness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Bridging Ancient Wisdom and Modern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4677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Vision:</a:t>
            </a:r>
          </a:p>
          <a:p>
            <a:pPr marL="0" indent="0">
              <a:buNone/>
            </a:pPr>
            <a:r>
              <a:rPr dirty="0"/>
              <a:t>To empower individuals through personalized astrology and wellness guidance combining ancient Vedic knowledge and modern AI insights.</a:t>
            </a:r>
          </a:p>
          <a:p>
            <a:endParaRPr dirty="0"/>
          </a:p>
          <a:p>
            <a:r>
              <a:rPr dirty="0"/>
              <a:t>Mission:</a:t>
            </a:r>
          </a:p>
          <a:p>
            <a:pPr marL="0" indent="0">
              <a:buNone/>
            </a:pPr>
            <a:r>
              <a:rPr dirty="0"/>
              <a:t>Deliver accurate, compassionate, and insightful consultations through an easy-to-use web and mobile platform that connects mind, body, and cosmic balance.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66018"/>
            <a:ext cx="8509819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dirty="0"/>
              <a:t>• User registers with ₹5500 and gets 3 personal astrology questions answered within 7 days.</a:t>
            </a:r>
          </a:p>
          <a:p>
            <a:pPr marL="0" indent="0">
              <a:buNone/>
            </a:pPr>
            <a:r>
              <a:rPr dirty="0"/>
              <a:t>• Monthly subscription of ₹3500 for 3 new questions.</a:t>
            </a:r>
          </a:p>
          <a:p>
            <a:pPr marL="0" indent="0">
              <a:buNone/>
            </a:pPr>
            <a:r>
              <a:rPr dirty="0"/>
              <a:t>• Referral program: ₹1500 discount for each successful referral.</a:t>
            </a:r>
          </a:p>
          <a:p>
            <a:pPr marL="0" indent="0">
              <a:buNone/>
            </a:pPr>
            <a:r>
              <a:rPr dirty="0"/>
              <a:t>• Option to add friends and family profiles</a:t>
            </a:r>
            <a:r>
              <a:rPr lang="en-US" dirty="0"/>
              <a:t> as referral</a:t>
            </a:r>
            <a:endParaRPr dirty="0"/>
          </a:p>
          <a:p>
            <a:pPr marL="0" indent="0">
              <a:buNone/>
            </a:pPr>
            <a:r>
              <a:rPr dirty="0"/>
              <a:t>• 7-day guaranteed response for trust and consistency.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716" y="0"/>
            <a:ext cx="8229600" cy="1143000"/>
          </a:xfrm>
        </p:spPr>
        <p:txBody>
          <a:bodyPr/>
          <a:lstStyle/>
          <a:p>
            <a:r>
              <a:rPr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Frontend: Next.js / React + Tailwind CSS</a:t>
            </a:r>
          </a:p>
          <a:p>
            <a:r>
              <a:rPr dirty="0"/>
              <a:t>Backend: Firebase (Auth, </a:t>
            </a:r>
            <a:r>
              <a:rPr dirty="0" err="1"/>
              <a:t>Firestore</a:t>
            </a:r>
            <a:r>
              <a:rPr dirty="0"/>
              <a:t>, Functions, Storage)</a:t>
            </a:r>
          </a:p>
          <a:p>
            <a:r>
              <a:rPr dirty="0"/>
              <a:t>Mobile: Flutter / React Native</a:t>
            </a:r>
          </a:p>
          <a:p>
            <a:r>
              <a:rPr dirty="0"/>
              <a:t>Payment: </a:t>
            </a:r>
            <a:r>
              <a:rPr dirty="0" err="1"/>
              <a:t>Razorpay</a:t>
            </a:r>
            <a:r>
              <a:rPr dirty="0"/>
              <a:t> / Stripe</a:t>
            </a:r>
          </a:p>
          <a:p>
            <a:r>
              <a:rPr dirty="0"/>
              <a:t>Notifications: SendGrid + WhatsApp API (Twilio / </a:t>
            </a:r>
            <a:r>
              <a:rPr dirty="0" err="1"/>
              <a:t>Gupshup</a:t>
            </a:r>
            <a:r>
              <a:rPr dirty="0"/>
              <a:t>)</a:t>
            </a:r>
          </a:p>
          <a:p>
            <a:r>
              <a:rPr dirty="0"/>
              <a:t>Hosting: </a:t>
            </a:r>
            <a:r>
              <a:rPr dirty="0" err="1"/>
              <a:t>Vercel</a:t>
            </a:r>
            <a:r>
              <a:rPr dirty="0"/>
              <a:t> / Firebase Hosting</a:t>
            </a:r>
          </a:p>
          <a:p>
            <a:r>
              <a:rPr dirty="0"/>
              <a:t>Analytics: Firebase Analytics / Google Analytics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Business Model &amp; 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One-time registration fee: ₹5500</a:t>
            </a:r>
          </a:p>
          <a:p>
            <a:pPr marL="0" indent="0">
              <a:buNone/>
            </a:pPr>
            <a:r>
              <a:rPr dirty="0"/>
              <a:t>• Monthly subscription: ₹3500 per user</a:t>
            </a:r>
          </a:p>
          <a:p>
            <a:pPr marL="0" indent="0">
              <a:buNone/>
            </a:pPr>
            <a:r>
              <a:rPr dirty="0"/>
              <a:t>• Referral discount: ₹1500 credit system</a:t>
            </a:r>
          </a:p>
          <a:p>
            <a:pPr marL="0" indent="0">
              <a:buNone/>
            </a:pPr>
            <a:r>
              <a:rPr dirty="0"/>
              <a:t>• Add-on family member profiles</a:t>
            </a:r>
          </a:p>
          <a:p>
            <a:pPr marL="0" indent="0">
              <a:buNone/>
            </a:pPr>
            <a:r>
              <a:rPr dirty="0"/>
              <a:t>• Future: AI-based premium consultations, wellness courses, </a:t>
            </a:r>
            <a:r>
              <a:rPr lang="en-US" dirty="0"/>
              <a:t>personal counselling, </a:t>
            </a:r>
            <a:r>
              <a:rPr dirty="0"/>
              <a:t>and community memberships.</a:t>
            </a:r>
            <a:r>
              <a:rPr lang="en-US" dirty="0"/>
              <a:t> (later)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 (12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Phase 1 (0</a:t>
            </a:r>
            <a:r>
              <a:rPr lang="en-US" dirty="0"/>
              <a:t> </a:t>
            </a:r>
            <a:r>
              <a:rPr dirty="0"/>
              <a:t>–</a:t>
            </a:r>
            <a:r>
              <a:rPr lang="en-US" dirty="0"/>
              <a:t>1</a:t>
            </a:r>
            <a:r>
              <a:rPr dirty="0"/>
              <a:t> Months): MVP Web App launch</a:t>
            </a:r>
          </a:p>
          <a:p>
            <a:r>
              <a:rPr dirty="0"/>
              <a:t>Phase 3 (</a:t>
            </a:r>
            <a:r>
              <a:rPr lang="en-US" dirty="0"/>
              <a:t>2</a:t>
            </a:r>
            <a:r>
              <a:rPr lang="en-IN" dirty="0"/>
              <a:t> – </a:t>
            </a:r>
            <a:r>
              <a:rPr lang="en-US" dirty="0"/>
              <a:t>3</a:t>
            </a:r>
            <a:r>
              <a:rPr dirty="0"/>
              <a:t> Months): </a:t>
            </a:r>
            <a:r>
              <a:rPr lang="en-US" dirty="0"/>
              <a:t>MVP </a:t>
            </a:r>
            <a:r>
              <a:rPr dirty="0"/>
              <a:t>Mobile App (Flutter), </a:t>
            </a:r>
            <a:r>
              <a:rPr lang="en-US" dirty="0"/>
              <a:t>Phase 2 (4 – 6 Months): Subscription system, referral program</a:t>
            </a:r>
          </a:p>
          <a:p>
            <a:r>
              <a:rPr dirty="0"/>
              <a:t>Phase 4 (10–12 Months): Community, courses,</a:t>
            </a:r>
            <a:r>
              <a:rPr lang="en-US" dirty="0"/>
              <a:t> AI</a:t>
            </a:r>
            <a:r>
              <a:rPr dirty="0"/>
              <a:t> and automation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 &amp;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Age: 25–55</a:t>
            </a:r>
          </a:p>
          <a:p>
            <a:pPr marL="0" indent="0">
              <a:buNone/>
            </a:pPr>
            <a:r>
              <a:rPr dirty="0"/>
              <a:t>• Professionals, wellness seekers, spiritual individuals</a:t>
            </a:r>
          </a:p>
          <a:p>
            <a:pPr marL="0" indent="0">
              <a:buNone/>
            </a:pPr>
            <a:r>
              <a:rPr dirty="0"/>
              <a:t>• Global Indian audience with interest in astrology &amp; holistic living</a:t>
            </a:r>
          </a:p>
          <a:p>
            <a:pPr marL="0" indent="0">
              <a:buNone/>
            </a:pPr>
            <a:r>
              <a:rPr dirty="0"/>
              <a:t>• Expanding to corporate wellness and spiritual retreats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CHILUKA Stands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7-day guaranteed personal responses</a:t>
            </a:r>
          </a:p>
          <a:p>
            <a:pPr marL="0" indent="0">
              <a:buNone/>
            </a:pPr>
            <a:r>
              <a:rPr dirty="0"/>
              <a:t>• Blend of astrology, Ayurveda, and AI-driven insights</a:t>
            </a:r>
          </a:p>
          <a:p>
            <a:pPr marL="0" indent="0">
              <a:buNone/>
            </a:pPr>
            <a:r>
              <a:rPr dirty="0"/>
              <a:t>• Family and referral system for organic growth</a:t>
            </a:r>
          </a:p>
          <a:p>
            <a:pPr marL="0" indent="0">
              <a:buNone/>
            </a:pPr>
            <a:r>
              <a:rPr dirty="0"/>
              <a:t>• Personalized, compassionate human + AI hybrid guidance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(Year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Target: 500 paid subscribers in Year 1</a:t>
            </a:r>
          </a:p>
          <a:p>
            <a:pPr marL="0" indent="0">
              <a:buNone/>
            </a:pPr>
            <a:r>
              <a:rPr dirty="0"/>
              <a:t>• Monthly Revenue: ₹17–25L by Month 12</a:t>
            </a:r>
          </a:p>
          <a:p>
            <a:pPr marL="0" indent="0">
              <a:buNone/>
            </a:pPr>
            <a:r>
              <a:rPr dirty="0"/>
              <a:t>• Total Initial Investment</a:t>
            </a:r>
            <a:r>
              <a:t>: ₹</a:t>
            </a:r>
            <a:r>
              <a:rPr lang="en-US"/>
              <a:t>1 to 2L</a:t>
            </a:r>
            <a:endParaRPr dirty="0"/>
          </a:p>
          <a:p>
            <a:pPr marL="0" indent="0">
              <a:buNone/>
            </a:pPr>
            <a:r>
              <a:rPr dirty="0"/>
              <a:t>• Break-even expected by Month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402</Words>
  <Application>Microsoft Office PowerPoint</Application>
  <PresentationFormat>On-screen Show (4:3)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CHILUKA – AstroWellness Guide</vt:lpstr>
      <vt:lpstr>Vision &amp; Mission</vt:lpstr>
      <vt:lpstr>Core Concept</vt:lpstr>
      <vt:lpstr>Technology Stack</vt:lpstr>
      <vt:lpstr>Business Model &amp; Revenue Streams</vt:lpstr>
      <vt:lpstr>Product Roadmap (12 Months)</vt:lpstr>
      <vt:lpstr>Target Market &amp; Audience</vt:lpstr>
      <vt:lpstr>Why CHILUKA Stands Out</vt:lpstr>
      <vt:lpstr>Financial Projections (Year 1)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Swapnil Sapre</cp:lastModifiedBy>
  <cp:revision>3</cp:revision>
  <dcterms:created xsi:type="dcterms:W3CDTF">2013-01-27T09:14:16Z</dcterms:created>
  <dcterms:modified xsi:type="dcterms:W3CDTF">2025-11-09T03:57:52Z</dcterms:modified>
  <cp:category/>
</cp:coreProperties>
</file>